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7" r:id="rId4"/>
  </p:sldMasterIdLst>
  <p:notesMasterIdLst>
    <p:notesMasterId r:id="rId24"/>
  </p:notesMasterIdLst>
  <p:sldIdLst>
    <p:sldId id="256" r:id="rId5"/>
    <p:sldId id="258" r:id="rId6"/>
    <p:sldId id="257" r:id="rId7"/>
    <p:sldId id="266" r:id="rId8"/>
    <p:sldId id="275" r:id="rId9"/>
    <p:sldId id="259" r:id="rId10"/>
    <p:sldId id="260" r:id="rId11"/>
    <p:sldId id="265" r:id="rId12"/>
    <p:sldId id="262" r:id="rId13"/>
    <p:sldId id="263" r:id="rId14"/>
    <p:sldId id="264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958" autoAdjust="0"/>
    <p:restoredTop sz="94660"/>
  </p:normalViewPr>
  <p:slideViewPr>
    <p:cSldViewPr snapToGrid="0">
      <p:cViewPr>
        <p:scale>
          <a:sx n="48" d="100"/>
          <a:sy n="48" d="100"/>
        </p:scale>
        <p:origin x="-48" y="6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A9953B1-FB58-41CD-8907-8A60C130A491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2C3E25D-D4AD-4826-BE5C-FFD003263A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47419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C3E25D-D4AD-4826-BE5C-FFD003263AFB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12478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8CC57E-8C99-40F8-9D1C-88C77727B4A1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450066-8C10-4688-A390-C54A7E5996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16454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8CC57E-8C99-40F8-9D1C-88C77727B4A1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450066-8C10-4688-A390-C54A7E5996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68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8CC57E-8C99-40F8-9D1C-88C77727B4A1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450066-8C10-4688-A390-C54A7E5996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16971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8CC57E-8C99-40F8-9D1C-88C77727B4A1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450066-8C10-4688-A390-C54A7E5996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43540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8CC57E-8C99-40F8-9D1C-88C77727B4A1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450066-8C10-4688-A390-C54A7E5996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45901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8CC57E-8C99-40F8-9D1C-88C77727B4A1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450066-8C10-4688-A390-C54A7E5996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42891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8CC57E-8C99-40F8-9D1C-88C77727B4A1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450066-8C10-4688-A390-C54A7E5996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21727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8CC57E-8C99-40F8-9D1C-88C77727B4A1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450066-8C10-4688-A390-C54A7E5996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56328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8CC57E-8C99-40F8-9D1C-88C77727B4A1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450066-8C10-4688-A390-C54A7E5996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60441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8CC57E-8C99-40F8-9D1C-88C77727B4A1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450066-8C10-4688-A390-C54A7E5996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01826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8CC57E-8C99-40F8-9D1C-88C77727B4A1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450066-8C10-4688-A390-C54A7E5996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28798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8CC57E-8C99-40F8-9D1C-88C77727B4A1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450066-8C10-4688-A390-C54A7E5996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67029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  <p:sldLayoutId id="2147483749" r:id="rId2"/>
    <p:sldLayoutId id="2147483750" r:id="rId3"/>
    <p:sldLayoutId id="2147483751" r:id="rId4"/>
    <p:sldLayoutId id="2147483752" r:id="rId5"/>
    <p:sldLayoutId id="2147483753" r:id="rId6"/>
    <p:sldLayoutId id="2147483754" r:id="rId7"/>
    <p:sldLayoutId id="2147483755" r:id="rId8"/>
    <p:sldLayoutId id="2147483756" r:id="rId9"/>
    <p:sldLayoutId id="2147483757" r:id="rId10"/>
    <p:sldLayoutId id="2147483758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759D0E-DB3A-573E-587A-B0077108940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Off-Grid Battery Charger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88458F9-C8A1-7CFE-37F3-6253DCBDC75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Zano Sgroi</a:t>
            </a:r>
          </a:p>
          <a:p>
            <a:r>
              <a:rPr lang="en-US" dirty="0"/>
              <a:t>*Currently in development: May 2026 - Present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15864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F38B5E-696D-AE46-1A4F-5AB4A7A48D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description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0DAA7D-3071-FFBB-4D00-67D5DD0B04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220W wind powered CC/CV charger for 12V and 24V, 8Ah LFP battery packs</a:t>
            </a:r>
          </a:p>
          <a:p>
            <a:r>
              <a:rPr lang="en-US" dirty="0"/>
              <a:t>Charging rates of 1C (8A) and 0.25C (2A) based on generator frequency</a:t>
            </a:r>
          </a:p>
          <a:p>
            <a:r>
              <a:rPr lang="en-US" dirty="0"/>
              <a:t>Initial prototype utilizes a gate driver evaluation board</a:t>
            </a:r>
          </a:p>
          <a:p>
            <a:r>
              <a:rPr lang="en-US" dirty="0"/>
              <a:t>TI F28379D </a:t>
            </a:r>
            <a:r>
              <a:rPr lang="en-US" dirty="0" err="1"/>
              <a:t>LaunchPad</a:t>
            </a:r>
            <a:r>
              <a:rPr lang="en-US" dirty="0"/>
              <a:t> used for feedback control and system I/O</a:t>
            </a:r>
          </a:p>
        </p:txBody>
      </p:sp>
    </p:spTree>
    <p:extLst>
      <p:ext uri="{BB962C8B-B14F-4D97-AF65-F5344CB8AC3E}">
        <p14:creationId xmlns:p14="http://schemas.microsoft.com/office/powerpoint/2010/main" val="37264245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314D70-33FE-961A-9BAF-557B3E580D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High level schematic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9EBDFAE-617D-BE73-FA18-F2ECF375F19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16967" y="1541715"/>
            <a:ext cx="6758065" cy="48531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43365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409999-8ABE-E0D6-5077-9FC7B32A1C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PCB schematic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9F157CD7-1D21-93C7-151C-9F9A7C47F31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866903"/>
            <a:ext cx="10515600" cy="42687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04251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B33C81-6C78-9B03-F2B9-F6D1036E59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PCB layout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893895D-C130-C0F6-DB65-855537F9960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299285" y="219869"/>
            <a:ext cx="7411452" cy="64182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04013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9D69EB-C903-4A0E-4BA3-2BEA8DB0DE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Generator output data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DD71CC46-98C1-0D6E-0D8C-96AF83F42DB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53233" y="1690688"/>
            <a:ext cx="7485534" cy="44424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63527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88E278-7787-F203-7BC0-A21A98DD62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PLECS system simulation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F68D4B11-1034-7DAC-C8BE-A7A8E8923BF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87448" y="2088508"/>
            <a:ext cx="8817104" cy="38255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12665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B91488-E989-1ADC-6E5C-7E8B54C46D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Random operating point simulation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4D0483-1AD2-1F58-C9C1-DE2F637D9C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24V battery pack at 63% SOC</a:t>
            </a:r>
          </a:p>
          <a:p>
            <a:r>
              <a:rPr lang="en-US" dirty="0"/>
              <a:t>8A charging current</a:t>
            </a:r>
          </a:p>
          <a:p>
            <a:r>
              <a:rPr lang="en-US" dirty="0"/>
              <a:t>Generator L-L peak output of 112V at 71 Hz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86922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EAFB25-DC3E-DFC0-BB18-8CD53A5393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Rectifier output voltage (Vm1)</a:t>
            </a:r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3B8E734F-15C8-A1BC-3AEC-A9B3E2D06AD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67376" y="1690688"/>
            <a:ext cx="6657247" cy="4977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75644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5FF3C3-3119-816C-8D49-AF0BB9052B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Battery Voltage (Vm2)</a:t>
            </a:r>
          </a:p>
        </p:txBody>
      </p:sp>
      <p:pic>
        <p:nvPicPr>
          <p:cNvPr id="12" name="Content Placeholder 11">
            <a:extLst>
              <a:ext uri="{FF2B5EF4-FFF2-40B4-BE49-F238E27FC236}">
                <a16:creationId xmlns:a16="http://schemas.microsoft.com/office/drawing/2014/main" id="{1CCC0623-98C2-6C3E-CFA3-E122F1F3B71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61992" y="1690688"/>
            <a:ext cx="6868015" cy="51085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1679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0C9E0D-06A7-1C16-0F5D-C2A89A707C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Battery Current (Am1)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76873379-EFC7-A196-ED2B-32F5D78F62E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833978" y="1690688"/>
            <a:ext cx="6524043" cy="4778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10490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04EECA-B814-1BDC-EAD6-51C1437F88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8181" y="560881"/>
            <a:ext cx="9795638" cy="111438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5200" dirty="0"/>
              <a:t>LFP battery model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F858185-BB8E-D13A-5572-8D3E23B4F9C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1235" y="2787378"/>
            <a:ext cx="5593033" cy="220924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2963A8E-5869-136C-9E6B-EFEF8D8062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31158" y="2818314"/>
            <a:ext cx="6179609" cy="21783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455012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9D0A15-73D3-4BB3-B85D-3A0E1177BA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Battery pack model charging simulation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4CB11E10-8DE9-6C12-F94A-954754D57B5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19465" y="2019381"/>
            <a:ext cx="7353070" cy="40952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589454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CDFE81-00BD-7A59-48EB-58B0DD31F8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Battery pack model charging graph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0DEE6EC-6B29-8E62-B827-C03886E643A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92836" y="1561596"/>
            <a:ext cx="7006328" cy="51040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532772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588ADE-900D-3B3E-2275-242C73399C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Battery cell model charging graph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68B77CA-7556-03EB-B6AE-5C6652A946D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80851" y="1489495"/>
            <a:ext cx="7030297" cy="51016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523612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B843AA-C72D-95EF-7CD3-E1FD57C668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Rectifier capacitor and gen freq. graphs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257CB4-2576-0A1E-90F9-88D4AF19C1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MATLAB graphs show the worst-case rectifier capacitance for each VLL to keep voltage ripple below 5%</a:t>
            </a:r>
          </a:p>
          <a:p>
            <a:r>
              <a:rPr lang="en-US" dirty="0"/>
              <a:t>Increasing charging currents are graphed: 1A, 2A, 4A, 8A and 12A</a:t>
            </a:r>
          </a:p>
          <a:p>
            <a:r>
              <a:rPr lang="en-US" dirty="0"/>
              <a:t>22mF point is shown on the 2A and 8A graphs</a:t>
            </a:r>
          </a:p>
          <a:p>
            <a:r>
              <a:rPr lang="en-US" dirty="0"/>
              <a:t>Capacitance requirement is the same at these points due to charging current difference</a:t>
            </a:r>
          </a:p>
        </p:txBody>
      </p:sp>
    </p:spTree>
    <p:extLst>
      <p:ext uri="{BB962C8B-B14F-4D97-AF65-F5344CB8AC3E}">
        <p14:creationId xmlns:p14="http://schemas.microsoft.com/office/powerpoint/2010/main" val="11753417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F658DA-A75E-713E-90F3-4325B17B21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24V pack 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DA7A392-74B5-6A2D-4F27-25B87D6AEDA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37834" y="1690688"/>
            <a:ext cx="8516331" cy="50759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623584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C00839-502D-2AC5-6FEF-A79A79742C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12V pack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9E0F525-BF95-60F3-367E-0B8EC8CD953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51181" y="1690688"/>
            <a:ext cx="7689637" cy="50887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706294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81C9E7-BE11-10B0-DFBA-78D239A4B9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Bill of materials 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3614AB9-3868-C25D-03E6-D2735A74608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03502" y="1690688"/>
            <a:ext cx="10984995" cy="44276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3962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660838691862E40BA8A9FCF4672D404" ma:contentTypeVersion="8" ma:contentTypeDescription="Create a new document." ma:contentTypeScope="" ma:versionID="57f0f8c66996a8cfd8079b5f5cbc1044">
  <xsd:schema xmlns:xsd="http://www.w3.org/2001/XMLSchema" xmlns:xs="http://www.w3.org/2001/XMLSchema" xmlns:p="http://schemas.microsoft.com/office/2006/metadata/properties" xmlns:ns3="77b6129a-f613-4ff9-b238-21504ab3c311" xmlns:ns4="e5775723-78a2-49b3-980c-6ad0b4b03e58" targetNamespace="http://schemas.microsoft.com/office/2006/metadata/properties" ma:root="true" ma:fieldsID="97be24bc9c367c471a14e5d43da4af43" ns3:_="" ns4:_="">
    <xsd:import namespace="77b6129a-f613-4ff9-b238-21504ab3c311"/>
    <xsd:import namespace="e5775723-78a2-49b3-980c-6ad0b4b03e58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ObjectDetectorVersions" minOccurs="0"/>
                <xsd:element ref="ns3:_activity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7b6129a-f613-4ff9-b238-21504ab3c31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11" nillable="true" ma:displayName="_activity" ma:hidden="true" ma:internalName="_activity">
      <xsd:simpleType>
        <xsd:restriction base="dms:Note"/>
      </xsd:simpleType>
    </xsd:element>
    <xsd:element name="MediaServiceSearchProperties" ma:index="1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5775723-78a2-49b3-980c-6ad0b4b03e58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4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77b6129a-f613-4ff9-b238-21504ab3c311" xsi:nil="true"/>
  </documentManagement>
</p:properties>
</file>

<file path=customXml/itemProps1.xml><?xml version="1.0" encoding="utf-8"?>
<ds:datastoreItem xmlns:ds="http://schemas.openxmlformats.org/officeDocument/2006/customXml" ds:itemID="{FA4A2419-B775-4A5A-93DA-C08C59AA022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7b6129a-f613-4ff9-b238-21504ab3c311"/>
    <ds:schemaRef ds:uri="e5775723-78a2-49b3-980c-6ad0b4b03e5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E9E8A94E-DDB9-453A-96FC-9DCB3AD29B79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8625800-C513-4732-B46D-574F44528941}">
  <ds:schemaRefs>
    <ds:schemaRef ds:uri="http://www.w3.org/XML/1998/namespace"/>
    <ds:schemaRef ds:uri="http://schemas.microsoft.com/office/infopath/2007/PartnerControls"/>
    <ds:schemaRef ds:uri="http://purl.org/dc/elements/1.1/"/>
    <ds:schemaRef ds:uri="http://purl.org/dc/terms/"/>
    <ds:schemaRef ds:uri="e5775723-78a2-49b3-980c-6ad0b4b03e58"/>
    <ds:schemaRef ds:uri="http://schemas.microsoft.com/office/2006/documentManagement/types"/>
    <ds:schemaRef ds:uri="http://purl.org/dc/dcmitype/"/>
    <ds:schemaRef ds:uri="http://schemas.openxmlformats.org/package/2006/metadata/core-properties"/>
    <ds:schemaRef ds:uri="77b6129a-f613-4ff9-b238-21504ab3c311"/>
    <ds:schemaRef ds:uri="http://schemas.microsoft.com/office/2006/metadata/propertie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263</TotalTime>
  <Words>208</Words>
  <Application>Microsoft Office PowerPoint</Application>
  <PresentationFormat>Widescreen</PresentationFormat>
  <Paragraphs>33</Paragraphs>
  <Slides>19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Aptos</vt:lpstr>
      <vt:lpstr>Arial</vt:lpstr>
      <vt:lpstr>Calibri</vt:lpstr>
      <vt:lpstr>Calibri Light</vt:lpstr>
      <vt:lpstr>Office 2013 - 2022 Theme</vt:lpstr>
      <vt:lpstr>Off-Grid Battery Charger</vt:lpstr>
      <vt:lpstr>Project description</vt:lpstr>
      <vt:lpstr>High level schematic</vt:lpstr>
      <vt:lpstr>PCB schematic</vt:lpstr>
      <vt:lpstr>PCB layout</vt:lpstr>
      <vt:lpstr>Generator output data</vt:lpstr>
      <vt:lpstr>PLECS system simulation</vt:lpstr>
      <vt:lpstr>Random operating point simulation</vt:lpstr>
      <vt:lpstr>Rectifier output voltage (Vm1)</vt:lpstr>
      <vt:lpstr>Battery Voltage (Vm2)</vt:lpstr>
      <vt:lpstr>Battery Current (Am1)</vt:lpstr>
      <vt:lpstr>LFP battery model</vt:lpstr>
      <vt:lpstr>Battery pack model charging simulation</vt:lpstr>
      <vt:lpstr>Battery pack model charging graph</vt:lpstr>
      <vt:lpstr>Battery cell model charging graph</vt:lpstr>
      <vt:lpstr>Rectifier capacitor and gen freq. graphs</vt:lpstr>
      <vt:lpstr>24V pack </vt:lpstr>
      <vt:lpstr>12V pack</vt:lpstr>
      <vt:lpstr>Bill of materials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Sgroi, Zano</dc:creator>
  <cp:lastModifiedBy>Sgroi, Zano</cp:lastModifiedBy>
  <cp:revision>4</cp:revision>
  <dcterms:created xsi:type="dcterms:W3CDTF">2026-09-28T14:48:13Z</dcterms:created>
  <dcterms:modified xsi:type="dcterms:W3CDTF">2026-10-14T00:39:28Z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0x0101009660838691862E40BA8A9FCF4672D404</vt:lpwstr>
  </property>
</Properties>
</file>